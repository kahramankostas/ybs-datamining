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4" r:id="rId3"/>
    <p:sldId id="285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hraman kostas" userId="7e50b7f88a301451" providerId="LiveId" clId="{D29DB3F4-6A73-4688-B8FC-B3E2229DDA63}"/>
    <pc:docChg chg="custSel addSld delSld modSld">
      <pc:chgData name="kahraman kostas" userId="7e50b7f88a301451" providerId="LiveId" clId="{D29DB3F4-6A73-4688-B8FC-B3E2229DDA63}" dt="2026-10-14T09:33:31.580" v="44" actId="14100"/>
      <pc:docMkLst>
        <pc:docMk/>
      </pc:docMkLst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994391034" sldId="256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2545976371" sldId="257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1667152826" sldId="258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949606584" sldId="259"/>
        </pc:sldMkLst>
      </pc:sldChg>
      <pc:sldChg chg="addSp delSp modSp mod">
        <pc:chgData name="kahraman kostas" userId="7e50b7f88a301451" providerId="LiveId" clId="{D29DB3F4-6A73-4688-B8FC-B3E2229DDA63}" dt="2026-10-14T09:33:25.587" v="41" actId="21"/>
        <pc:sldMkLst>
          <pc:docMk/>
          <pc:sldMk cId="4200446661" sldId="261"/>
        </pc:sldMkLst>
        <pc:picChg chg="add del mod">
          <ac:chgData name="kahraman kostas" userId="7e50b7f88a301451" providerId="LiveId" clId="{D29DB3F4-6A73-4688-B8FC-B3E2229DDA63}" dt="2026-10-14T09:26:29.941" v="27" actId="21"/>
          <ac:picMkLst>
            <pc:docMk/>
            <pc:sldMk cId="4200446661" sldId="261"/>
            <ac:picMk id="5" creationId="{5F696EED-2F2F-6F5A-AEB8-C54AD1759D85}"/>
          </ac:picMkLst>
        </pc:picChg>
        <pc:picChg chg="add del mod">
          <ac:chgData name="kahraman kostas" userId="7e50b7f88a301451" providerId="LiveId" clId="{D29DB3F4-6A73-4688-B8FC-B3E2229DDA63}" dt="2026-10-14T09:33:25.587" v="41" actId="21"/>
          <ac:picMkLst>
            <pc:docMk/>
            <pc:sldMk cId="4200446661" sldId="261"/>
            <ac:picMk id="7" creationId="{3A1E290F-EFD8-60BC-57A2-6E0893FF1312}"/>
          </ac:picMkLst>
        </pc:picChg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2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3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4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5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6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7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8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0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1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2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3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4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5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6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7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8"/>
        </pc:sldMkLst>
      </pc:sldChg>
      <pc:sldChg chg="addSp delSp modSp mod">
        <pc:chgData name="kahraman kostas" userId="7e50b7f88a301451" providerId="LiveId" clId="{D29DB3F4-6A73-4688-B8FC-B3E2229DDA63}" dt="2026-10-14T09:26:52.211" v="35" actId="1076"/>
        <pc:sldMkLst>
          <pc:docMk/>
          <pc:sldMk cId="1593203658" sldId="279"/>
        </pc:sldMkLst>
        <pc:spChg chg="mod">
          <ac:chgData name="kahraman kostas" userId="7e50b7f88a301451" providerId="LiveId" clId="{D29DB3F4-6A73-4688-B8FC-B3E2229DDA63}" dt="2026-10-14T09:21:40.830" v="6" actId="1076"/>
          <ac:spMkLst>
            <pc:docMk/>
            <pc:sldMk cId="1593203658" sldId="279"/>
            <ac:spMk id="2" creationId="{9BB0BB0C-6909-EC5F-13EF-F5AF60479C25}"/>
          </ac:spMkLst>
        </pc:spChg>
        <pc:spChg chg="del">
          <ac:chgData name="kahraman kostas" userId="7e50b7f88a301451" providerId="LiveId" clId="{D29DB3F4-6A73-4688-B8FC-B3E2229DDA63}" dt="2026-10-14T09:21:22.980" v="1" actId="478"/>
          <ac:spMkLst>
            <pc:docMk/>
            <pc:sldMk cId="1593203658" sldId="279"/>
            <ac:spMk id="9" creationId="{919AA1B3-607D-7F39-F75E-26BF9C953F14}"/>
          </ac:spMkLst>
        </pc:spChg>
        <pc:spChg chg="del">
          <ac:chgData name="kahraman kostas" userId="7e50b7f88a301451" providerId="LiveId" clId="{D29DB3F4-6A73-4688-B8FC-B3E2229DDA63}" dt="2026-10-14T09:21:26.682" v="2" actId="478"/>
          <ac:spMkLst>
            <pc:docMk/>
            <pc:sldMk cId="1593203658" sldId="279"/>
            <ac:spMk id="11" creationId="{F9043825-CE58-14CB-AB6D-641B00073EE5}"/>
          </ac:spMkLst>
        </pc:spChg>
        <pc:spChg chg="del">
          <ac:chgData name="kahraman kostas" userId="7e50b7f88a301451" providerId="LiveId" clId="{D29DB3F4-6A73-4688-B8FC-B3E2229DDA63}" dt="2026-10-14T09:21:31.123" v="4" actId="478"/>
          <ac:spMkLst>
            <pc:docMk/>
            <pc:sldMk cId="1593203658" sldId="279"/>
            <ac:spMk id="15" creationId="{012228FF-0C0D-ACA1-2848-883BE9587FC8}"/>
          </ac:spMkLst>
        </pc:spChg>
        <pc:spChg chg="mod">
          <ac:chgData name="kahraman kostas" userId="7e50b7f88a301451" providerId="LiveId" clId="{D29DB3F4-6A73-4688-B8FC-B3E2229DDA63}" dt="2026-10-14T09:26:52.211" v="35" actId="1076"/>
          <ac:spMkLst>
            <pc:docMk/>
            <pc:sldMk cId="1593203658" sldId="279"/>
            <ac:spMk id="16" creationId="{C2B862D8-3F14-5C5A-93E2-BE61B5E02F03}"/>
          </ac:spMkLst>
        </pc:spChg>
        <pc:spChg chg="del">
          <ac:chgData name="kahraman kostas" userId="7e50b7f88a301451" providerId="LiveId" clId="{D29DB3F4-6A73-4688-B8FC-B3E2229DDA63}" dt="2026-10-14T09:21:29.440" v="3" actId="478"/>
          <ac:spMkLst>
            <pc:docMk/>
            <pc:sldMk cId="1593203658" sldId="279"/>
            <ac:spMk id="19" creationId="{8ED10FE9-6DB9-4666-C552-3FE3692FEAD7}"/>
          </ac:spMkLst>
        </pc:spChg>
        <pc:picChg chg="add del mod">
          <ac:chgData name="kahraman kostas" userId="7e50b7f88a301451" providerId="LiveId" clId="{D29DB3F4-6A73-4688-B8FC-B3E2229DDA63}" dt="2026-10-14T09:22:30.175" v="11" actId="21"/>
          <ac:picMkLst>
            <pc:docMk/>
            <pc:sldMk cId="1593203658" sldId="279"/>
            <ac:picMk id="4" creationId="{0C7A9ED6-F67D-F9A0-ECA0-D8D17C1E66BF}"/>
          </ac:picMkLst>
        </pc:picChg>
        <pc:picChg chg="del">
          <ac:chgData name="kahraman kostas" userId="7e50b7f88a301451" providerId="LiveId" clId="{D29DB3F4-6A73-4688-B8FC-B3E2229DDA63}" dt="2026-10-14T09:21:18.479" v="0" actId="478"/>
          <ac:picMkLst>
            <pc:docMk/>
            <pc:sldMk cId="1593203658" sldId="279"/>
            <ac:picMk id="7" creationId="{79CBD90C-CA5D-4E00-19B6-7DD66430F8C8}"/>
          </ac:picMkLst>
        </pc:picChg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2152405205" sldId="280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2257560306" sldId="281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1491509956" sldId="282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1056806197" sldId="283"/>
        </pc:sldMkLst>
      </pc:sldChg>
      <pc:sldChg chg="addSp delSp modSp new mod">
        <pc:chgData name="kahraman kostas" userId="7e50b7f88a301451" providerId="LiveId" clId="{D29DB3F4-6A73-4688-B8FC-B3E2229DDA63}" dt="2026-10-14T09:26:47.583" v="34" actId="1076"/>
        <pc:sldMkLst>
          <pc:docMk/>
          <pc:sldMk cId="2318288103" sldId="284"/>
        </pc:sldMkLst>
        <pc:spChg chg="del">
          <ac:chgData name="kahraman kostas" userId="7e50b7f88a301451" providerId="LiveId" clId="{D29DB3F4-6A73-4688-B8FC-B3E2229DDA63}" dt="2026-10-14T09:22:37.941" v="14" actId="478"/>
          <ac:spMkLst>
            <pc:docMk/>
            <pc:sldMk cId="2318288103" sldId="284"/>
            <ac:spMk id="2" creationId="{F2C0AFDF-61B5-BDF6-23D5-BDC8C01581B1}"/>
          </ac:spMkLst>
        </pc:spChg>
        <pc:spChg chg="del">
          <ac:chgData name="kahraman kostas" userId="7e50b7f88a301451" providerId="LiveId" clId="{D29DB3F4-6A73-4688-B8FC-B3E2229DDA63}" dt="2026-10-14T09:22:36.887" v="13" actId="478"/>
          <ac:spMkLst>
            <pc:docMk/>
            <pc:sldMk cId="2318288103" sldId="284"/>
            <ac:spMk id="3" creationId="{5A9105CB-4C25-08B2-1900-C0F250AAF8F6}"/>
          </ac:spMkLst>
        </pc:spChg>
        <pc:picChg chg="add mod">
          <ac:chgData name="kahraman kostas" userId="7e50b7f88a301451" providerId="LiveId" clId="{D29DB3F4-6A73-4688-B8FC-B3E2229DDA63}" dt="2026-10-14T09:23:22.624" v="21" actId="14100"/>
          <ac:picMkLst>
            <pc:docMk/>
            <pc:sldMk cId="2318288103" sldId="284"/>
            <ac:picMk id="5" creationId="{951AD4F0-9BFD-3451-B120-EBE0C88741BA}"/>
          </ac:picMkLst>
        </pc:picChg>
        <pc:picChg chg="add mod">
          <ac:chgData name="kahraman kostas" userId="7e50b7f88a301451" providerId="LiveId" clId="{D29DB3F4-6A73-4688-B8FC-B3E2229DDA63}" dt="2026-10-14T09:26:47.583" v="34" actId="1076"/>
          <ac:picMkLst>
            <pc:docMk/>
            <pc:sldMk cId="2318288103" sldId="284"/>
            <ac:picMk id="7" creationId="{3BEE3A40-A877-5B66-C207-269B94982913}"/>
          </ac:picMkLst>
        </pc:picChg>
        <pc:picChg chg="add mod">
          <ac:chgData name="kahraman kostas" userId="7e50b7f88a301451" providerId="LiveId" clId="{D29DB3F4-6A73-4688-B8FC-B3E2229DDA63}" dt="2026-10-14T09:26:43.846" v="33" actId="1076"/>
          <ac:picMkLst>
            <pc:docMk/>
            <pc:sldMk cId="2318288103" sldId="284"/>
            <ac:picMk id="9" creationId="{54422406-B3B4-67F6-A6E2-A6A5C7FD3277}"/>
          </ac:picMkLst>
        </pc:picChg>
      </pc:sldChg>
      <pc:sldChg chg="addSp delSp modSp new mod">
        <pc:chgData name="kahraman kostas" userId="7e50b7f88a301451" providerId="LiveId" clId="{D29DB3F4-6A73-4688-B8FC-B3E2229DDA63}" dt="2026-10-14T09:33:31.580" v="44" actId="14100"/>
        <pc:sldMkLst>
          <pc:docMk/>
          <pc:sldMk cId="3312563107" sldId="285"/>
        </pc:sldMkLst>
        <pc:spChg chg="del">
          <ac:chgData name="kahraman kostas" userId="7e50b7f88a301451" providerId="LiveId" clId="{D29DB3F4-6A73-4688-B8FC-B3E2229DDA63}" dt="2026-10-14T09:27:00.872" v="38" actId="478"/>
          <ac:spMkLst>
            <pc:docMk/>
            <pc:sldMk cId="3312563107" sldId="285"/>
            <ac:spMk id="2" creationId="{815E268D-0EB5-E2AE-3A99-FEEAC1D64A67}"/>
          </ac:spMkLst>
        </pc:spChg>
        <pc:spChg chg="del">
          <ac:chgData name="kahraman kostas" userId="7e50b7f88a301451" providerId="LiveId" clId="{D29DB3F4-6A73-4688-B8FC-B3E2229DDA63}" dt="2026-10-14T09:26:59.206" v="37" actId="478"/>
          <ac:spMkLst>
            <pc:docMk/>
            <pc:sldMk cId="3312563107" sldId="285"/>
            <ac:spMk id="3" creationId="{0F8475CE-291A-C141-1ABC-80275D022E27}"/>
          </ac:spMkLst>
        </pc:spChg>
        <pc:picChg chg="add mod">
          <ac:chgData name="kahraman kostas" userId="7e50b7f88a301451" providerId="LiveId" clId="{D29DB3F4-6A73-4688-B8FC-B3E2229DDA63}" dt="2026-10-14T09:33:31.580" v="44" actId="14100"/>
          <ac:picMkLst>
            <pc:docMk/>
            <pc:sldMk cId="3312563107" sldId="285"/>
            <ac:picMk id="5" creationId="{6D02BC84-73A8-0BFE-D174-5C17634C53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628B-9DF9-09CE-99A9-394D3F51E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C2E38-A7CC-82B4-21CC-D9F7EE8AF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B0205-B285-69E8-8BAB-B6A563D7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51EF9-09D5-19A6-7A49-235265F6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686B6-B038-EE31-7474-847781FC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510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AB6D-2108-147E-CE7A-6697385F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9A91-66CB-08F9-FB95-02A8EF607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48155-911F-BAA1-C519-99F747BE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446DB-295A-B624-CBC1-90A9B36F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D867E-0E14-732E-743E-661E61C3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94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2925-2DC8-FAED-BFEB-8F12EB20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0117F-248C-0987-B6F6-BF54BAD37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B5178-7666-22C9-224B-F79C6C79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DD914-A317-AD03-46E3-00629D12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D88EA-7DE6-2544-A79C-D34ADB7B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132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7E7F-2E8E-748E-BFD1-32A32C4D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F8AF4-E15F-1214-4A66-08F66EB8C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96518-FC5C-1720-6AF7-69DF9A966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8A41-2A52-066B-A4D6-1F0DD5B7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2CCFD-F87B-811B-2165-B61FE1F3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4A7FE-9B18-A01F-9A2F-D8DD4A07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02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F8F2-19A1-4A5A-DC3B-69DD0343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7FD46-5E78-1324-5642-56524CB7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E3294-C281-9F10-0AA7-EAF0C72A7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7D273-2E4E-0A25-3900-D3CFE8756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F21A6-92CC-605A-6E40-03819E0DC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10A8B-C3DF-1D2C-4C98-265F81A2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1A893-A1EB-A715-32CC-9A91AB04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A435B-C7DF-6E4E-8157-256E5590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620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AFB10-C703-765A-A7A6-519362D0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2493F-0D94-1C6E-0553-1A5A9743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86D2E-CF8E-89E2-AA2B-577886CF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E6944-7565-DA94-17C4-99D0E6BA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879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12CA79-16FD-73FF-2968-209560EE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CB385-3736-DD5F-4B8C-1C37CB29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C02C1-9ABA-3D67-E8E7-979953D4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4865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788D-7B4B-4C10-D352-AEB0EB12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B0AB-80E9-7F3D-F2D1-95424E82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8DD30-BA67-5E3D-8801-7112B8CA5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1615B-C55F-F10B-07B6-0DA60004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14164-E860-809D-4F51-F7568EF6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19EED-3052-48D9-7940-AD2AABA7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931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E583-45BE-4606-A639-AE296410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FEE66-1B61-F7A6-35EE-3A8EEF8733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38427-BC3A-9F46-BBEB-93126BB6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5BBBE-9654-A0B8-377A-A5D6D3E8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22370-2556-162F-96ED-B029B7BA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1961A-AC20-8632-12EB-456A9561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142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5797-7776-76C7-457B-EA2901E0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F9313-6870-1F91-0DB7-81DAA057E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44B0B-A996-1D15-E68B-FE300058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2DB4F-4458-9C99-6117-7F8C26D4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AE445-AED1-269E-5D27-D744A931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851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2D583-C53E-91B8-69C7-9C8429BBA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31C50-CD29-174B-22C4-DC4A7E845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6664C-0135-D2EF-6AD3-843CB67B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2C13B-809B-792E-A1AF-CEA345DB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DB7F-386F-483A-5496-3057C0A9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589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7A7FC-D7D4-E456-01AB-AEC953AB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560E2-82ED-DF43-D887-EB6706276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A7223-B1D1-E47F-07A7-178E9F02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888E3-443A-2C89-4192-A5B63BB5B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20E1D-DADC-E63A-A0F7-391736DEC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175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f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F17E-8211-A49A-4C4F-D5551AE6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B0BB0C-6909-EC5F-13EF-F5AF60479C25}"/>
              </a:ext>
            </a:extLst>
          </p:cNvPr>
          <p:cNvSpPr/>
          <p:nvPr/>
        </p:nvSpPr>
        <p:spPr>
          <a:xfrm>
            <a:off x="4430099" y="0"/>
            <a:ext cx="30761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b12  Testi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B862D8-3F14-5C5A-93E2-BE61B5E02F03}"/>
              </a:ext>
            </a:extLst>
          </p:cNvPr>
          <p:cNvSpPr/>
          <p:nvPr/>
        </p:nvSpPr>
        <p:spPr>
          <a:xfrm>
            <a:off x="2534419" y="1473936"/>
            <a:ext cx="68675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</a:t>
            </a:r>
            <a:r>
              <a:rPr lang="tr-TR" sz="36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eçen</a:t>
            </a:r>
            <a:r>
              <a:rPr lang="tr-TR" sz="3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ders nelerden bahsettik?</a:t>
            </a:r>
          </a:p>
        </p:txBody>
      </p:sp>
    </p:spTree>
    <p:extLst>
      <p:ext uri="{BB962C8B-B14F-4D97-AF65-F5344CB8AC3E}">
        <p14:creationId xmlns:p14="http://schemas.microsoft.com/office/powerpoint/2010/main" val="159320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1AD4F0-9BFD-3451-B120-EBE0C8874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615"/>
            <a:ext cx="5448300" cy="2451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E3A40-A877-5B66-C207-269B9498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429" y="1870884"/>
            <a:ext cx="6674571" cy="2701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22406-B3B4-67F6-A6E2-A6A5C7FD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1531"/>
            <a:ext cx="4166469" cy="41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8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2BC84-73A8-0BFE-D174-5C17634C5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6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1CA0-DBDE-5735-9B87-639ACEDB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utlu Asyalı çocuk bahçede oynarken kirli Stok Fotoğrafı 2622704397 |  Shutterstock">
            <a:extLst>
              <a:ext uri="{FF2B5EF4-FFF2-40B4-BE49-F238E27FC236}">
                <a16:creationId xmlns:a16="http://schemas.microsoft.com/office/drawing/2014/main" id="{60AA507D-EEF2-0062-FC18-872C8D92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16" t="-2407" r="2516" b="8758"/>
          <a:stretch>
            <a:fillRect/>
          </a:stretch>
        </p:blipFill>
        <p:spPr>
          <a:xfrm>
            <a:off x="1062153" y="-114288"/>
            <a:ext cx="10067694" cy="676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4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9CE23-FF0E-A1FA-2A12-43BA3186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13A942E-72A7-71CB-68A4-6735A912BC35}"/>
              </a:ext>
            </a:extLst>
          </p:cNvPr>
          <p:cNvSpPr/>
          <p:nvPr/>
        </p:nvSpPr>
        <p:spPr>
          <a:xfrm>
            <a:off x="409575" y="1077843"/>
            <a:ext cx="5240881" cy="24110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Beni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Tarat</a:t>
            </a: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ve</a:t>
            </a: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Uygulamalara</a:t>
            </a: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Başla</a:t>
            </a:r>
            <a:endParaRPr lang="en-US" sz="5000" b="1" kern="1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000" b="1" kern="1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E0C47-2E9B-05B4-13DE-278B63C1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584" y="1433343"/>
            <a:ext cx="3287655" cy="328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6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kahraman kostas</dc:creator>
  <cp:lastModifiedBy>kahraman kostas</cp:lastModifiedBy>
  <cp:revision>3</cp:revision>
  <dcterms:created xsi:type="dcterms:W3CDTF">2026-10-05T20:54:26Z</dcterms:created>
  <dcterms:modified xsi:type="dcterms:W3CDTF">2026-10-14T09:33:33Z</dcterms:modified>
</cp:coreProperties>
</file>