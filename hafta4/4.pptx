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9" r:id="rId2"/>
    <p:sldId id="287" r:id="rId3"/>
    <p:sldId id="284" r:id="rId4"/>
    <p:sldId id="285" r:id="rId5"/>
    <p:sldId id="260" r:id="rId6"/>
    <p:sldId id="261" r:id="rId7"/>
    <p:sldId id="28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3340F3-00B9-494A-833D-82A309359AC7}" v="2" dt="2026-10-21T09:06:04.1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5" d="100"/>
          <a:sy n="75" d="100"/>
        </p:scale>
        <p:origin x="72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hraman kostas" userId="7e50b7f88a301451" providerId="LiveId" clId="{D29DB3F4-6A73-4688-B8FC-B3E2229DDA63}"/>
    <pc:docChg chg="custSel addSld delSld modSld">
      <pc:chgData name="kahraman kostas" userId="7e50b7f88a301451" providerId="LiveId" clId="{D29DB3F4-6A73-4688-B8FC-B3E2229DDA63}" dt="2026-10-21T09:11:27.588" v="66"/>
      <pc:docMkLst>
        <pc:docMk/>
      </pc:docMkLst>
      <pc:sldChg chg="addSp delSp modSp mod">
        <pc:chgData name="kahraman kostas" userId="7e50b7f88a301451" providerId="LiveId" clId="{D29DB3F4-6A73-4688-B8FC-B3E2229DDA63}" dt="2026-10-14T09:33:25.587" v="41" actId="21"/>
        <pc:sldMkLst>
          <pc:docMk/>
          <pc:sldMk cId="4200446661" sldId="261"/>
        </pc:sldMkLst>
      </pc:sldChg>
      <pc:sldChg chg="addSp delSp modSp mod">
        <pc:chgData name="kahraman kostas" userId="7e50b7f88a301451" providerId="LiveId" clId="{D29DB3F4-6A73-4688-B8FC-B3E2229DDA63}" dt="2026-10-14T09:26:52.211" v="35" actId="1076"/>
        <pc:sldMkLst>
          <pc:docMk/>
          <pc:sldMk cId="1593203658" sldId="279"/>
        </pc:sldMkLst>
        <pc:spChg chg="mod">
          <ac:chgData name="kahraman kostas" userId="7e50b7f88a301451" providerId="LiveId" clId="{D29DB3F4-6A73-4688-B8FC-B3E2229DDA63}" dt="2026-10-14T09:21:40.830" v="6" actId="1076"/>
          <ac:spMkLst>
            <pc:docMk/>
            <pc:sldMk cId="1593203658" sldId="279"/>
            <ac:spMk id="2" creationId="{9BB0BB0C-6909-EC5F-13EF-F5AF60479C25}"/>
          </ac:spMkLst>
        </pc:spChg>
        <pc:spChg chg="mod">
          <ac:chgData name="kahraman kostas" userId="7e50b7f88a301451" providerId="LiveId" clId="{D29DB3F4-6A73-4688-B8FC-B3E2229DDA63}" dt="2026-10-14T09:26:52.211" v="35" actId="1076"/>
          <ac:spMkLst>
            <pc:docMk/>
            <pc:sldMk cId="1593203658" sldId="279"/>
            <ac:spMk id="16" creationId="{C2B862D8-3F14-5C5A-93E2-BE61B5E02F03}"/>
          </ac:spMkLst>
        </pc:spChg>
      </pc:sldChg>
      <pc:sldChg chg="addSp delSp modSp new mod">
        <pc:chgData name="kahraman kostas" userId="7e50b7f88a301451" providerId="LiveId" clId="{D29DB3F4-6A73-4688-B8FC-B3E2229DDA63}" dt="2026-10-14T09:37:56.782" v="47" actId="14100"/>
        <pc:sldMkLst>
          <pc:docMk/>
          <pc:sldMk cId="2318288103" sldId="284"/>
        </pc:sldMkLst>
        <pc:picChg chg="add mod">
          <ac:chgData name="kahraman kostas" userId="7e50b7f88a301451" providerId="LiveId" clId="{D29DB3F4-6A73-4688-B8FC-B3E2229DDA63}" dt="2026-10-14T09:37:49.538" v="45" actId="14100"/>
          <ac:picMkLst>
            <pc:docMk/>
            <pc:sldMk cId="2318288103" sldId="284"/>
            <ac:picMk id="5" creationId="{951AD4F0-9BFD-3451-B120-EBE0C88741BA}"/>
          </ac:picMkLst>
        </pc:picChg>
        <pc:picChg chg="add mod">
          <ac:chgData name="kahraman kostas" userId="7e50b7f88a301451" providerId="LiveId" clId="{D29DB3F4-6A73-4688-B8FC-B3E2229DDA63}" dt="2026-10-14T09:37:53.172" v="46" actId="1076"/>
          <ac:picMkLst>
            <pc:docMk/>
            <pc:sldMk cId="2318288103" sldId="284"/>
            <ac:picMk id="7" creationId="{3BEE3A40-A877-5B66-C207-269B94982913}"/>
          </ac:picMkLst>
        </pc:picChg>
        <pc:picChg chg="add mod">
          <ac:chgData name="kahraman kostas" userId="7e50b7f88a301451" providerId="LiveId" clId="{D29DB3F4-6A73-4688-B8FC-B3E2229DDA63}" dt="2026-10-14T09:37:56.782" v="47" actId="14100"/>
          <ac:picMkLst>
            <pc:docMk/>
            <pc:sldMk cId="2318288103" sldId="284"/>
            <ac:picMk id="9" creationId="{54422406-B3B4-67F6-A6E2-A6A5C7FD3277}"/>
          </ac:picMkLst>
        </pc:picChg>
      </pc:sldChg>
      <pc:sldChg chg="addSp delSp modSp new mod">
        <pc:chgData name="kahraman kostas" userId="7e50b7f88a301451" providerId="LiveId" clId="{D29DB3F4-6A73-4688-B8FC-B3E2229DDA63}" dt="2026-10-14T09:33:31.580" v="44" actId="14100"/>
        <pc:sldMkLst>
          <pc:docMk/>
          <pc:sldMk cId="3312563107" sldId="285"/>
        </pc:sldMkLst>
        <pc:picChg chg="add mod">
          <ac:chgData name="kahraman kostas" userId="7e50b7f88a301451" providerId="LiveId" clId="{D29DB3F4-6A73-4688-B8FC-B3E2229DDA63}" dt="2026-10-14T09:33:31.580" v="44" actId="14100"/>
          <ac:picMkLst>
            <pc:docMk/>
            <pc:sldMk cId="3312563107" sldId="285"/>
            <ac:picMk id="5" creationId="{6D02BC84-73A8-0BFE-D174-5C17634C53D4}"/>
          </ac:picMkLst>
        </pc:picChg>
      </pc:sldChg>
      <pc:sldChg chg="addSp delSp modSp new mod setBg">
        <pc:chgData name="kahraman kostas" userId="7e50b7f88a301451" providerId="LiveId" clId="{D29DB3F4-6A73-4688-B8FC-B3E2229DDA63}" dt="2026-10-21T09:06:28.854" v="61" actId="1076"/>
        <pc:sldMkLst>
          <pc:docMk/>
          <pc:sldMk cId="1586123541" sldId="286"/>
        </pc:sldMkLst>
        <pc:spChg chg="del">
          <ac:chgData name="kahraman kostas" userId="7e50b7f88a301451" providerId="LiveId" clId="{D29DB3F4-6A73-4688-B8FC-B3E2229DDA63}" dt="2026-10-21T09:05:51.489" v="54" actId="478"/>
          <ac:spMkLst>
            <pc:docMk/>
            <pc:sldMk cId="1586123541" sldId="286"/>
            <ac:spMk id="2" creationId="{CBD09C82-EFDA-28D9-7D6C-6AD7285B3922}"/>
          </ac:spMkLst>
        </pc:spChg>
        <pc:spChg chg="del">
          <ac:chgData name="kahraman kostas" userId="7e50b7f88a301451" providerId="LiveId" clId="{D29DB3F4-6A73-4688-B8FC-B3E2229DDA63}" dt="2026-10-21T09:05:41.869" v="50"/>
          <ac:spMkLst>
            <pc:docMk/>
            <pc:sldMk cId="1586123541" sldId="286"/>
            <ac:spMk id="3" creationId="{1CE0E2F7-B88B-0D0B-8E80-A39CFA01AFD5}"/>
          </ac:spMkLst>
        </pc:spChg>
        <pc:picChg chg="add mod ord">
          <ac:chgData name="kahraman kostas" userId="7e50b7f88a301451" providerId="LiveId" clId="{D29DB3F4-6A73-4688-B8FC-B3E2229DDA63}" dt="2026-10-21T09:06:28.854" v="61" actId="1076"/>
          <ac:picMkLst>
            <pc:docMk/>
            <pc:sldMk cId="1586123541" sldId="286"/>
            <ac:picMk id="5" creationId="{1A48267C-FC94-632F-5F9A-E2C3B1927899}"/>
          </ac:picMkLst>
        </pc:picChg>
      </pc:sldChg>
      <pc:sldChg chg="addSp delSp modSp new mod">
        <pc:chgData name="kahraman kostas" userId="7e50b7f88a301451" providerId="LiveId" clId="{D29DB3F4-6A73-4688-B8FC-B3E2229DDA63}" dt="2026-10-21T09:11:27.588" v="66"/>
        <pc:sldMkLst>
          <pc:docMk/>
          <pc:sldMk cId="1437870565" sldId="287"/>
        </pc:sldMkLst>
        <pc:spChg chg="del">
          <ac:chgData name="kahraman kostas" userId="7e50b7f88a301451" providerId="LiveId" clId="{D29DB3F4-6A73-4688-B8FC-B3E2229DDA63}" dt="2026-10-21T09:07:35.375" v="64" actId="478"/>
          <ac:spMkLst>
            <pc:docMk/>
            <pc:sldMk cId="1437870565" sldId="287"/>
            <ac:spMk id="2" creationId="{210C2B5E-0944-22AE-9F70-8496EA61B92E}"/>
          </ac:spMkLst>
        </pc:spChg>
        <pc:spChg chg="del">
          <ac:chgData name="kahraman kostas" userId="7e50b7f88a301451" providerId="LiveId" clId="{D29DB3F4-6A73-4688-B8FC-B3E2229DDA63}" dt="2026-10-21T09:07:34.421" v="63" actId="478"/>
          <ac:spMkLst>
            <pc:docMk/>
            <pc:sldMk cId="1437870565" sldId="287"/>
            <ac:spMk id="3" creationId="{018ECFE0-B976-B7EC-1FF1-29C4342FBCF1}"/>
          </ac:spMkLst>
        </pc:spChg>
        <pc:picChg chg="add mod">
          <ac:chgData name="kahraman kostas" userId="7e50b7f88a301451" providerId="LiveId" clId="{D29DB3F4-6A73-4688-B8FC-B3E2229DDA63}" dt="2026-10-21T09:11:27.588" v="66"/>
          <ac:picMkLst>
            <pc:docMk/>
            <pc:sldMk cId="1437870565" sldId="287"/>
            <ac:picMk id="5" creationId="{9F0DD2E6-2F1C-D09D-92EF-380FE62B85F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1628B-9DF9-09CE-99A9-394D3F51EA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C2E38-A7CC-82B4-21CC-D9F7EE8AF7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B0205-B285-69E8-8BAB-B6A563D70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51EF9-09D5-19A6-7A49-235265F62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686B6-B038-EE31-7474-847781FCE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95109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5AB6D-2108-147E-CE7A-6697385F7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69A91-66CB-08F9-FB95-02A8EF607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48155-911F-BAA1-C519-99F747BEB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C446DB-295A-B624-CBC1-90A9B36FA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D867E-0E14-732E-743E-661E61C3C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79942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82925-2DC8-FAED-BFEB-8F12EB20F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60117F-248C-0987-B6F6-BF54BAD37E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7B5178-7666-22C9-224B-F79C6C79A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DD914-A317-AD03-46E3-00629D12C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D88EA-7DE6-2544-A79C-D34ADB7BF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61325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87E7F-2E8E-748E-BFD1-32A32C4D7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F8AF4-E15F-1214-4A66-08F66EB8CE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496518-FC5C-1720-6AF7-69DF9A966E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28A41-2A52-066B-A4D6-1F0DD5B79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F2CCFD-F87B-811B-2165-B61FE1F3E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C4A7FE-9B18-A01F-9A2F-D8DD4A079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4025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F8F2-19A1-4A5A-DC3B-69DD03435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97FD46-5E78-1324-5642-56524CB78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0E3294-C281-9F10-0AA7-EAF0C72A79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07D273-2E4E-0A25-3900-D3CFE87566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3F21A6-92CC-605A-6E40-03819E0DC9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210A8B-C3DF-1D2C-4C98-265F81A26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D1A893-A1EB-A715-32CC-9A91AB042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9A435B-C7DF-6E4E-8157-256E55907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06209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AFB10-C703-765A-A7A6-519362D01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F2493F-0D94-1C6E-0553-1A5A97438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F86D2E-CF8E-89E2-AA2B-577886CF8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4E6944-7565-DA94-17C4-99D0E6BA1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18798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12CA79-16FD-73FF-2968-209560EE9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4CB385-3736-DD5F-4B8C-1C37CB295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02C1-9ABA-3D67-E8E7-979953D42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865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6788D-7B4B-4C10-D352-AEB0EB122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5B0AB-80E9-7F3D-F2D1-95424E82B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28DD30-BA67-5E3D-8801-7112B8CA58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11615B-C55F-F10B-07B6-0DA600044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614164-E860-809D-4F51-F7568EF6F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419EED-3052-48D9-7940-AD2AABA7F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59318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2E583-45BE-4606-A639-AE2964100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6FEE66-1B61-F7A6-35EE-3A8EEF8733E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438427-BC3A-9F46-BBEB-93126BB6D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5BBBE-9654-A0B8-377A-A5D6D3E8A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422370-2556-162F-96ED-B029B7BA7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D1961A-AC20-8632-12EB-456A9561A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91427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25797-7776-76C7-457B-EA2901E0F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6F9313-6870-1F91-0DB7-81DAA057EF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44B0B-A996-1D15-E68B-FE3000586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E2DB4F-4458-9C99-6117-7F8C26D4F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CAE445-AED1-269E-5D27-D744A931C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58517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F2D583-C53E-91B8-69C7-9C8429BBA4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31C50-CD29-174B-22C4-DC4A7E8452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6664C-0135-D2EF-6AD3-843CB67B7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2C13B-809B-792E-A1AF-CEA345DB1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69DB7F-386F-483A-5496-3057C0A94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35895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E7A7FC-D7D4-E456-01AB-AEC953AB1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560E2-82ED-DF43-D887-EB6706276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A7223-B1D1-E47F-07A7-178E9F0239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888E3-443A-2C89-4192-A5B63BB5B8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D20E1D-DADC-E63A-A0F7-391736DECA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11754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fi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f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AF17E-8211-A49A-4C4F-D5551AE6D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B0BB0C-6909-EC5F-13EF-F5AF60479C25}"/>
              </a:ext>
            </a:extLst>
          </p:cNvPr>
          <p:cNvSpPr/>
          <p:nvPr/>
        </p:nvSpPr>
        <p:spPr>
          <a:xfrm>
            <a:off x="4430099" y="0"/>
            <a:ext cx="307616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b12  Testi</a:t>
            </a:r>
            <a:endParaRPr lang="en-US" sz="54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B862D8-3F14-5C5A-93E2-BE61B5E02F03}"/>
              </a:ext>
            </a:extLst>
          </p:cNvPr>
          <p:cNvSpPr/>
          <p:nvPr/>
        </p:nvSpPr>
        <p:spPr>
          <a:xfrm>
            <a:off x="2534419" y="1473936"/>
            <a:ext cx="686752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3600" b="1" cap="none" spc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G</a:t>
            </a:r>
            <a:r>
              <a:rPr lang="tr-TR" sz="3600" b="1" cap="none" spc="0" dirty="0" err="1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eçen</a:t>
            </a:r>
            <a:r>
              <a:rPr lang="tr-TR" sz="3600" b="1" cap="none" spc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 ders nelerden bahsettik?</a:t>
            </a:r>
          </a:p>
        </p:txBody>
      </p:sp>
    </p:spTree>
    <p:extLst>
      <p:ext uri="{BB962C8B-B14F-4D97-AF65-F5344CB8AC3E}">
        <p14:creationId xmlns:p14="http://schemas.microsoft.com/office/powerpoint/2010/main" val="1593203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0DD2E6-2F1C-D09D-92EF-380FE62B8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870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1AD4F0-9BFD-3451-B120-EBE0C88741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94615"/>
            <a:ext cx="6349956" cy="28574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EE3A40-A877-5B66-C207-269B949829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1287" y="1949542"/>
            <a:ext cx="6674571" cy="27011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4422406-B3B4-67F6-A6E2-A6A5C7FD32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94155"/>
            <a:ext cx="4463845" cy="446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288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02BC84-73A8-0BFE-D174-5C17634C53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872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563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31CA0-DBDE-5735-9B87-639ACEDB9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Mutlu Asyalı çocuk bahçede oynarken kirli Stok Fotoğrafı 2622704397 |  Shutterstock">
            <a:extLst>
              <a:ext uri="{FF2B5EF4-FFF2-40B4-BE49-F238E27FC236}">
                <a16:creationId xmlns:a16="http://schemas.microsoft.com/office/drawing/2014/main" id="{60AA507D-EEF2-0062-FC18-872C8D929E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2516" t="-2407" r="2516" b="8758"/>
          <a:stretch>
            <a:fillRect/>
          </a:stretch>
        </p:blipFill>
        <p:spPr>
          <a:xfrm>
            <a:off x="1062153" y="-114288"/>
            <a:ext cx="10067694" cy="6769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349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A9CE23-FF0E-A1FA-2A12-43BA31865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B37791B-B040-4694-BFDC-8DD132D86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B2AE301-8298-47C2-81FA-781BA50D9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8DBE596-692C-4777-8933-9D5BB8533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9C38783D-8606-4709-8C6F-69DE0EF816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665A2D8C-561A-4347-88E9-4D84CF7CA9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77CB8EFE-31DC-44A2-A07E-FD84E8DA3E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6473FEC-46FF-4C7E-85BA-344E0365CA0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8C875950-A52D-453F-A602-3E58AD414EC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513A942E-72A7-71CB-68A4-6735A912BC35}"/>
              </a:ext>
            </a:extLst>
          </p:cNvPr>
          <p:cNvSpPr/>
          <p:nvPr/>
        </p:nvSpPr>
        <p:spPr>
          <a:xfrm>
            <a:off x="409575" y="1077843"/>
            <a:ext cx="5240881" cy="241101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b="1" kern="120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Beni </a:t>
            </a:r>
            <a:r>
              <a:rPr lang="en-US" sz="5000" b="1" kern="1200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Tarat</a:t>
            </a:r>
            <a:r>
              <a:rPr lang="en-US" sz="5000" b="1" kern="120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 </a:t>
            </a:r>
            <a:r>
              <a:rPr lang="en-US" sz="5000" b="1" kern="1200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ve</a:t>
            </a:r>
            <a:r>
              <a:rPr lang="en-US" sz="5000" b="1" kern="120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 </a:t>
            </a:r>
            <a:r>
              <a:rPr lang="en-US" sz="5000" b="1" kern="1200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Uygulamalara</a:t>
            </a:r>
            <a:r>
              <a:rPr lang="en-US" sz="5000" b="1" kern="120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 </a:t>
            </a:r>
            <a:r>
              <a:rPr lang="en-US" sz="5000" b="1" kern="1200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Başla</a:t>
            </a:r>
            <a:endParaRPr lang="en-US" sz="5000" b="1" kern="1200" dirty="0">
              <a:ln w="9525">
                <a:solidFill>
                  <a:schemeClr val="bg1"/>
                </a:solidFill>
                <a:prstDash val="solid"/>
              </a:ln>
              <a:solidFill>
                <a:schemeClr val="bg1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  <a:latin typeface="+mj-lt"/>
              <a:ea typeface="+mj-ea"/>
              <a:cs typeface="+mj-cs"/>
            </a:endParaRP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5000" b="1" kern="1200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bg1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2E0C47-2E9B-05B4-13DE-278B63C104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1584" y="1433343"/>
            <a:ext cx="3287655" cy="328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446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A48267C-FC94-632F-5F9A-E2C3B19278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7020" y="-343564"/>
            <a:ext cx="9239780" cy="734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123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13</Words>
  <Application>Microsoft Office PowerPoint</Application>
  <PresentationFormat>Widescreen</PresentationFormat>
  <Paragraphs>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kahraman kostas</dc:creator>
  <cp:lastModifiedBy>kahraman kostas</cp:lastModifiedBy>
  <cp:revision>3</cp:revision>
  <dcterms:created xsi:type="dcterms:W3CDTF">2026-10-05T20:54:26Z</dcterms:created>
  <dcterms:modified xsi:type="dcterms:W3CDTF">2026-10-21T09:11:34Z</dcterms:modified>
</cp:coreProperties>
</file>